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6858000" cx="12192000"/>
  <p:notesSz cx="6858000" cy="9144000"/>
  <p:embeddedFontLst>
    <p:embeddedFont>
      <p:font typeface="Inter"/>
      <p:bold r:id="rId27"/>
      <p:boldItalic r:id="rId28"/>
    </p:embeddedFont>
    <p:embeddedFont>
      <p:font typeface="Be Vietnam Pro SemiBold"/>
      <p:regular r:id="rId29"/>
      <p:bold r:id="rId30"/>
      <p:italic r:id="rId31"/>
      <p:boldItalic r:id="rId32"/>
    </p:embeddedFont>
    <p:embeddedFont>
      <p:font typeface="Be Vietnam Pro"/>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Xom Dat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76CFEF-FB12-4380-8215-CFD2143B849D}">
  <a:tblStyle styleId="{AE76CFEF-FB12-4380-8215-CFD2143B84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Inter-boldItalic.fntdata"/><Relationship Id="rId27" Type="http://schemas.openxmlformats.org/officeDocument/2006/relationships/font" Target="fonts/Inter-bold.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BeVietnamProSemiBold-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BeVietnamProSemiBold-italic.fntdata"/><Relationship Id="rId30" Type="http://schemas.openxmlformats.org/officeDocument/2006/relationships/font" Target="fonts/BeVietnamProSemiBold-bold.fntdata"/><Relationship Id="rId11" Type="http://schemas.openxmlformats.org/officeDocument/2006/relationships/slide" Target="slides/slide4.xml"/><Relationship Id="rId33" Type="http://schemas.openxmlformats.org/officeDocument/2006/relationships/font" Target="fonts/BeVietnamPro-bold.fntdata"/><Relationship Id="rId10" Type="http://schemas.openxmlformats.org/officeDocument/2006/relationships/slide" Target="slides/slide3.xml"/><Relationship Id="rId32" Type="http://schemas.openxmlformats.org/officeDocument/2006/relationships/font" Target="fonts/BeVietnamProSemiBold-boldItalic.fntdata"/><Relationship Id="rId13" Type="http://schemas.openxmlformats.org/officeDocument/2006/relationships/slide" Target="slides/slide6.xml"/><Relationship Id="rId12" Type="http://schemas.openxmlformats.org/officeDocument/2006/relationships/slide" Target="slides/slide5.xml"/><Relationship Id="rId34" Type="http://schemas.openxmlformats.org/officeDocument/2006/relationships/font" Target="fonts/BeVietnamPro-boldItalic.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9T04:19:07.157">
    <p:pos x="660" y="1551"/>
    <p:text>Slides: Tối giản, không màu mè
Màu sắc: Chữ + số có màu đen/xám/xanh đậm ==&gt; Trung tính. 
Sử dụng các màu nổi bật ==&gt; Highlight dữ liệu
Kích cỡ chữ ==&gt; To highlight dữ liệu</p:text>
  </p:cm>
  <p:cm authorId="0" idx="2" dt="2026-05-09T04:19:07.157">
    <p:pos x="660" y="1551"/>
    <p:text>Template: https://slidesgo.com/
Palette: https://coolors.co/palettes/trending</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5-04T19:05:03.234">
    <p:pos x="0" y="0"/>
    <p:text>Slides này có thể cần show ra trong 1 số bài phân tích đầu tiên được thực hiện để đánh giá chất lượng nguồn dữ liệu trước khi khai thác</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8-25T13:36:41.970">
    <p:pos x="420" y="336"/>
    <p:text>Nêu ra 1 số con số liên quan đến KPI</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5-04T18:08:42.901">
    <p:pos x="5220" y="1800"/>
    <p:text>Đây là ví dụ giả định, trên thực tế chúng ta cần phải sử dụng App/Web để đưa ra insight từ phía user. Mọi thông tin đều định hướng Customer Centric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3.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omments" Target="../comments/commen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1.jpg"/><Relationship Id="rId5" Type="http://schemas.openxmlformats.org/officeDocument/2006/relationships/image" Target="../media/image19.jpg"/><Relationship Id="rId6"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{AE76CFEF-FB12-4380-8215-CFD2143B849D}</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